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7"/>
  </p:notesMasterIdLst>
  <p:handoutMasterIdLst>
    <p:handoutMasterId r:id="rId8"/>
  </p:handoutMasterIdLst>
  <p:sldIdLst>
    <p:sldId id="2549" r:id="rId2"/>
    <p:sldId id="2553" r:id="rId3"/>
    <p:sldId id="2537" r:id="rId4"/>
    <p:sldId id="270" r:id="rId5"/>
    <p:sldId id="254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53" autoAdjust="0"/>
    <p:restoredTop sz="94634" autoAdjust="0"/>
  </p:normalViewPr>
  <p:slideViewPr>
    <p:cSldViewPr snapToGrid="0">
      <p:cViewPr varScale="1">
        <p:scale>
          <a:sx n="65" d="100"/>
          <a:sy n="65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FC8B-EC93-C64D-BBD2-37E30DAF45B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5A48E-F7AD-43EC-AC50-8729FE3865BE}" type="datetimeFigureOut">
              <a:rPr lang="en-US" smtClean="0"/>
              <a:t>12/5/2025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7:34:1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5F854-E2CE-6F4E-A0CF-CB175674CF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111EE-B1CE-3F40-8B0E-AB6A92B854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CF3A1-9863-43A3-B39B-8E6FEFD6E2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6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orizont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Narrow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Image and Autho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Goes Here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Blackhawk Tactical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Alon-Alon, jade </a:t>
            </a:r>
            <a:r>
              <a:rPr lang="en-US" dirty="0" err="1"/>
              <a:t>erielle</a:t>
            </a:r>
            <a:r>
              <a:rPr lang="en-US" dirty="0"/>
              <a:t> b.</a:t>
            </a:r>
          </a:p>
          <a:p>
            <a:r>
              <a:rPr lang="en-US" dirty="0"/>
              <a:t>QUINTO, KAE ISENT E.</a:t>
            </a:r>
          </a:p>
          <a:p>
            <a:endParaRPr lang="en-US" dirty="0"/>
          </a:p>
        </p:txBody>
      </p:sp>
      <p:pic>
        <p:nvPicPr>
          <p:cNvPr id="15" name="Picture Placeholder 14" descr="An object lying on a table&#10;&#10;AI-generated content may be incorrect.">
            <a:extLst>
              <a:ext uri="{FF2B5EF4-FFF2-40B4-BE49-F238E27FC236}">
                <a16:creationId xmlns:a16="http://schemas.microsoft.com/office/drawing/2014/main" id="{CE095901-BA34-AFFF-0DE6-CAAA8E7CB4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5" r="10405"/>
          <a:stretch>
            <a:fillRect/>
          </a:stretch>
        </p:blipFill>
        <p:spPr/>
      </p:pic>
      <p:pic>
        <p:nvPicPr>
          <p:cNvPr id="18" name="Picture 17" descr="A logo on a green surface&#10;&#10;AI-generated content may be incorrect.">
            <a:extLst>
              <a:ext uri="{FF2B5EF4-FFF2-40B4-BE49-F238E27FC236}">
                <a16:creationId xmlns:a16="http://schemas.microsoft.com/office/drawing/2014/main" id="{A1890ED8-40DB-C0BD-21DE-AC44C37C3B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2" y="187568"/>
            <a:ext cx="894547" cy="70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51C228-B9D7-6F4B-9504-969693D4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Architecture</a:t>
            </a:r>
          </a:p>
        </p:txBody>
      </p:sp>
      <p:pic>
        <p:nvPicPr>
          <p:cNvPr id="4" name="Picture 3" descr="A diagram of a database&#10;&#10;AI-generated content may be incorrect.">
            <a:extLst>
              <a:ext uri="{FF2B5EF4-FFF2-40B4-BE49-F238E27FC236}">
                <a16:creationId xmlns:a16="http://schemas.microsoft.com/office/drawing/2014/main" id="{EE74CFBD-7296-5BBA-8AF6-0483E9E4B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08" y="829597"/>
            <a:ext cx="5365105" cy="449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88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4988F789-C14D-C841-BDEB-8ACF773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A85871-F67E-4B92-7CC8-F054C71EE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24" y="277887"/>
            <a:ext cx="6316623" cy="33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D03E-798E-4118-B7D4-3E854196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581" y="1531599"/>
            <a:ext cx="1579555" cy="50985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Home Page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827837-BAE3-646A-5059-791B026113A6}"/>
                  </a:ext>
                </a:extLst>
              </p14:cNvPr>
              <p14:cNvContentPartPr/>
              <p14:nvPr/>
            </p14:nvContentPartPr>
            <p14:xfrm>
              <a:off x="4894878" y="310866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827837-BAE3-646A-5059-791B026113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8758" y="310254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5CFC664-0AEF-915F-288F-5349AC574EB2}"/>
              </a:ext>
            </a:extLst>
          </p:cNvPr>
          <p:cNvSpPr txBox="1">
            <a:spLocks/>
          </p:cNvSpPr>
          <p:nvPr/>
        </p:nvSpPr>
        <p:spPr>
          <a:xfrm>
            <a:off x="3796397" y="589746"/>
            <a:ext cx="5198516" cy="7283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  Systems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Storyboard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3207660-FFEA-EFC0-AFE3-C264E8132A77}"/>
              </a:ext>
            </a:extLst>
          </p:cNvPr>
          <p:cNvSpPr txBox="1">
            <a:spLocks/>
          </p:cNvSpPr>
          <p:nvPr/>
        </p:nvSpPr>
        <p:spPr>
          <a:xfrm>
            <a:off x="9543787" y="1522525"/>
            <a:ext cx="1514680" cy="509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Blog Page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245E675-544A-9D35-BD88-A64681C19D89}"/>
              </a:ext>
            </a:extLst>
          </p:cNvPr>
          <p:cNvSpPr txBox="1">
            <a:spLocks/>
          </p:cNvSpPr>
          <p:nvPr/>
        </p:nvSpPr>
        <p:spPr>
          <a:xfrm>
            <a:off x="5522325" y="1531599"/>
            <a:ext cx="1579555" cy="509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Shop page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D735E24-27BE-0E6A-6E33-7748DCECD54E}"/>
              </a:ext>
            </a:extLst>
          </p:cNvPr>
          <p:cNvSpPr txBox="1">
            <a:spLocks/>
          </p:cNvSpPr>
          <p:nvPr/>
        </p:nvSpPr>
        <p:spPr>
          <a:xfrm>
            <a:off x="1499581" y="3858460"/>
            <a:ext cx="1674719" cy="4640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About us  page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530E9EB-B524-D047-EAA5-D45826F6EB06}"/>
              </a:ext>
            </a:extLst>
          </p:cNvPr>
          <p:cNvSpPr txBox="1">
            <a:spLocks/>
          </p:cNvSpPr>
          <p:nvPr/>
        </p:nvSpPr>
        <p:spPr>
          <a:xfrm>
            <a:off x="5122063" y="3946603"/>
            <a:ext cx="2380076" cy="3758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Sign in/Create Account</a:t>
            </a:r>
          </a:p>
        </p:txBody>
      </p:sp>
      <p:pic>
        <p:nvPicPr>
          <p:cNvPr id="40" name="Picture 39" descr="A green and yellow logo&#10;&#10;AI-generated content may be incorrect.">
            <a:extLst>
              <a:ext uri="{FF2B5EF4-FFF2-40B4-BE49-F238E27FC236}">
                <a16:creationId xmlns:a16="http://schemas.microsoft.com/office/drawing/2014/main" id="{10441766-57FC-B85D-242E-8B061D7536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72" y="515259"/>
            <a:ext cx="847012" cy="62859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1B3F7B-BB9B-8BFE-CAD2-93B2355927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4" y="2149335"/>
            <a:ext cx="2834450" cy="1545589"/>
          </a:xfrm>
          <a:prstGeom prst="rect">
            <a:avLst/>
          </a:prstGeom>
        </p:spPr>
      </p:pic>
      <p:pic>
        <p:nvPicPr>
          <p:cNvPr id="8" name="Picture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2C287834-FB23-6F60-C57A-6D93260732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878" y="2166264"/>
            <a:ext cx="2834450" cy="1528660"/>
          </a:xfrm>
          <a:prstGeom prst="rect">
            <a:avLst/>
          </a:prstGeom>
        </p:spPr>
      </p:pic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312FF853-1E3E-2333-3111-2811B9DF404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622" y="2236794"/>
            <a:ext cx="2598747" cy="145813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B3F911-3CF1-9C36-5E88-8E775412507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78" y="4480654"/>
            <a:ext cx="2997930" cy="169149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92C1E3-D947-C92F-7D31-7089A7C4176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77" y="4480654"/>
            <a:ext cx="3337849" cy="169041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F3C6D58-0B39-AD11-99AC-C3A37C3764A7}"/>
              </a:ext>
            </a:extLst>
          </p:cNvPr>
          <p:cNvSpPr txBox="1">
            <a:spLocks/>
          </p:cNvSpPr>
          <p:nvPr/>
        </p:nvSpPr>
        <p:spPr>
          <a:xfrm>
            <a:off x="9543788" y="3946603"/>
            <a:ext cx="1389255" cy="3758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Check out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7F5431-FC6F-E500-F9AF-765674C7738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078" y="4501850"/>
            <a:ext cx="3137078" cy="16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7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CBFE42-DFD1-4945-A9A4-5544D38C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19" y="1927820"/>
            <a:ext cx="4393415" cy="3002359"/>
          </a:xfrm>
        </p:spPr>
        <p:txBody>
          <a:bodyPr/>
          <a:lstStyle/>
          <a:p>
            <a:r>
              <a:rPr lang="en-US" dirty="0"/>
              <a:t>Systems Presentation</a:t>
            </a:r>
          </a:p>
        </p:txBody>
      </p:sp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298CD391-D65C-DE46-8E5C-CF79FFFC9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27820"/>
            <a:ext cx="5720816" cy="442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800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rence" id="{B1388269-6A25-4F35-91BE-E59A597AB25F}" vid="{EA621A8F-389C-4766-B7E5-1B2B7E9ADD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579</TotalTime>
  <Words>40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Garamond</vt:lpstr>
      <vt:lpstr>RetrospectVTI</vt:lpstr>
      <vt:lpstr>Blackhawk Tactical</vt:lpstr>
      <vt:lpstr>Systems Architecture</vt:lpstr>
      <vt:lpstr>Database Design</vt:lpstr>
      <vt:lpstr>Home Page</vt:lpstr>
      <vt:lpstr>Systems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KAE ISENT E. QUINTO</dc:creator>
  <cp:lastModifiedBy>JADE ERIELLE B. ALON-ALON</cp:lastModifiedBy>
  <cp:revision>5</cp:revision>
  <dcterms:created xsi:type="dcterms:W3CDTF">2025-12-03T07:00:48Z</dcterms:created>
  <dcterms:modified xsi:type="dcterms:W3CDTF">2025-12-05T08:33:13Z</dcterms:modified>
</cp:coreProperties>
</file>